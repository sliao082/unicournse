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5276-86BC-F7E5-FCF3-75B2C7BB8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A0610-6DCD-5735-825F-71079E999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DAE6E-E3BA-346B-9DBB-DF191081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C6FE2-22A4-F8E4-82CD-B5BA7440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53586-D860-5B89-5C4B-0C75A097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670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EF1FC-16F5-F34A-99D4-CAFA89B3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E7A41-3EFB-F420-2FD6-2F1CC77E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8D218-0576-D598-C47B-E0FD374EE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9D82-059A-20D0-5C3D-133C3B33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36B0D-105B-8AF4-20FC-1B573B3C9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34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2DC8-7E73-DA27-E87D-7E8232170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8F2089-827A-4F62-6B9A-7EC0FAEA8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30F9F-B2F1-1695-C880-836B49CD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BF8F-B267-E7DB-B176-3E195486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95CBE-81B1-45CF-2DB8-468AFB5DC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8EA0A-3D3A-8B87-7B2C-2D244F6E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F3231-B48A-5CB5-28D2-D421E4AD6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8A185-2F76-5248-D937-C282E65AC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AD8D6-E1FC-7D30-E559-7C2A6777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4A3A3-0487-50E3-80B2-A6CBB7F9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1A9B-B8EE-2085-4FF0-A55ED65D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9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03C1-BBED-3F8B-7B35-29A75AC45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19809-A13B-2DC6-516B-1D2B9522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04B2C-8E41-4132-D0A3-864B26B6F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8A2281-438B-D054-651B-B0C7A681A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22186-5A1C-38AC-9A30-26DE93BF8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9636F-1541-4CB4-D037-A3064390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9ED06-F1CB-E454-9FC6-6C360963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19A26-0436-AE60-2E03-89FB286CE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82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0EC2-CAF9-A374-5503-E46EC18BF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37010E-A9B2-23D4-1248-7094853A2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8916B-AF0D-BD8F-72F6-1C7A6E45D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B3069-9489-F9A9-590B-A45A44E8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64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2C193-AB4A-F3EE-2CE7-313DFD218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883841-214E-FE69-0DC8-904ADDDF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1BA07-C2AF-D5A5-9E78-00FE00634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03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CC00-617B-2972-39FE-725C941A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6387A-3C35-106D-6D85-1077D6BA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A742A-E845-C9C1-C0E2-D23AD2D87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5EFA4-6F4A-BBCA-7B19-9359E057D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EBA93-F8CE-45C5-86BB-D67F532F6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EA8D1A-205B-2EA6-48B5-44D61F2DD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00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A094E-7D52-CF64-7072-5D42DBB1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7BFB53-8B3B-8201-BCDB-0DB406E708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8766D-2527-607E-9314-B4740C6FE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94722-990B-9840-548F-BD5A33A43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A8C67-E82A-5C25-F26C-BE045262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609CD-5074-8C12-C8C1-4AC4E4E9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3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F848-DF42-DD85-C00A-0DE1F16E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FF7256-B739-36AE-BCBC-32B95AC5E9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5401B-68AB-3CD3-D632-D890AC6A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43845-5DEB-D7FC-2628-E011987E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2B4B-5798-A652-3890-B378A33A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2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4B497-058C-CB8E-DEF7-89B4D80B6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083A9-6501-B697-27A3-5473A056F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74828-F00D-F74C-8E38-2D1C2EBE4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0228-31EC-DBAB-F62E-7BB41F59B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28018-E85B-0CBA-117F-826848492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36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458B0-48C6-F363-ED8D-C5E1E033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9AEE1-732D-495E-F0C2-4B6FE0AD6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6E6E3-D572-BE64-932D-6A7141229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AFEEA-2AD4-453D-BC23-1B126BC34FB5}" type="datetimeFigureOut">
              <a:rPr lang="en-US" smtClean="0"/>
              <a:t>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0C97-DA48-0301-D624-8DB22DBE1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37ECB-76D9-7BE5-141B-06975EA06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A2844-38CF-49F1-9BFF-61DF15C30C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 of a unicorn&#10;&#10;Description automatically generated">
            <a:extLst>
              <a:ext uri="{FF2B5EF4-FFF2-40B4-BE49-F238E27FC236}">
                <a16:creationId xmlns:a16="http://schemas.microsoft.com/office/drawing/2014/main" id="{59D8C3DC-C4CA-E482-F6FF-AA55C792E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1" t="10124" r="12625" b="18181"/>
          <a:stretch/>
        </p:blipFill>
        <p:spPr>
          <a:xfrm flipH="1">
            <a:off x="1371600" y="0"/>
            <a:ext cx="3072384" cy="3172968"/>
          </a:xfrm>
          <a:prstGeom prst="rect">
            <a:avLst/>
          </a:prstGeom>
        </p:spPr>
      </p:pic>
      <p:pic>
        <p:nvPicPr>
          <p:cNvPr id="7" name="Picture 6" descr="A group of logos with a unicorn head&#10;&#10;Description automatically generated">
            <a:extLst>
              <a:ext uri="{FF2B5EF4-FFF2-40B4-BE49-F238E27FC236}">
                <a16:creationId xmlns:a16="http://schemas.microsoft.com/office/drawing/2014/main" id="{542AB14C-8BFA-ACD8-CCD0-A9A9BFF51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384" y="128016"/>
            <a:ext cx="3493008" cy="3493008"/>
          </a:xfrm>
          <a:prstGeom prst="rect">
            <a:avLst/>
          </a:prstGeom>
        </p:spPr>
      </p:pic>
      <p:pic>
        <p:nvPicPr>
          <p:cNvPr id="8" name="Picture 7" descr="A group of logos with a unicorn head&#10;&#10;Description automatically generated">
            <a:extLst>
              <a:ext uri="{FF2B5EF4-FFF2-40B4-BE49-F238E27FC236}">
                <a16:creationId xmlns:a16="http://schemas.microsoft.com/office/drawing/2014/main" id="{2734D26C-2088-023B-9414-2233085EAB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570976" y="128016"/>
            <a:ext cx="3493008" cy="3493008"/>
          </a:xfrm>
          <a:prstGeom prst="rect">
            <a:avLst/>
          </a:prstGeom>
        </p:spPr>
      </p:pic>
      <p:pic>
        <p:nvPicPr>
          <p:cNvPr id="10" name="Picture 9" descr="A unicorn head with a horn&#10;&#10;Description automatically generated">
            <a:extLst>
              <a:ext uri="{FF2B5EF4-FFF2-40B4-BE49-F238E27FC236}">
                <a16:creationId xmlns:a16="http://schemas.microsoft.com/office/drawing/2014/main" id="{F32B18F4-E52C-8A39-F8FE-86FF0C6B50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4" t="14666" r="18866" b="19066"/>
          <a:stretch/>
        </p:blipFill>
        <p:spPr>
          <a:xfrm>
            <a:off x="4965192" y="3759620"/>
            <a:ext cx="3337560" cy="2741764"/>
          </a:xfrm>
          <a:prstGeom prst="rect">
            <a:avLst/>
          </a:prstGeom>
        </p:spPr>
      </p:pic>
      <p:pic>
        <p:nvPicPr>
          <p:cNvPr id="12" name="Picture 11" descr="A logo of a unicorn&#10;&#10;Description automatically generated">
            <a:extLst>
              <a:ext uri="{FF2B5EF4-FFF2-40B4-BE49-F238E27FC236}">
                <a16:creationId xmlns:a16="http://schemas.microsoft.com/office/drawing/2014/main" id="{97B4D91E-5470-37F1-874B-072531DCD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392" y="3759620"/>
            <a:ext cx="3625850" cy="27193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D4B5AF-CB28-17C9-5923-F8CC8C55B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823930" y="3759620"/>
            <a:ext cx="2349233" cy="229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96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Liao</dc:creator>
  <cp:lastModifiedBy>Sean Liao</cp:lastModifiedBy>
  <cp:revision>1</cp:revision>
  <dcterms:created xsi:type="dcterms:W3CDTF">2025-02-03T23:56:23Z</dcterms:created>
  <dcterms:modified xsi:type="dcterms:W3CDTF">2025-02-04T00:26:16Z</dcterms:modified>
</cp:coreProperties>
</file>